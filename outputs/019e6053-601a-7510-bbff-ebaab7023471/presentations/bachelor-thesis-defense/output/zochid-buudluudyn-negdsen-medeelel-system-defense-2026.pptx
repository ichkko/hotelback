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52033"/>
          </a:solidFill>
          <a:ln w="12700">
            <a:solidFill>
              <a:srgbClr val="1520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0"/>
            <a:ext cx="914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2697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МУИС-ийн Баруун бүсийн сургууль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897880"/>
            <a:ext cx="2286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43400" y="1115568"/>
            <a:ext cx="3474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Ховд аймгийн жишээн дээр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5968" y="1600200"/>
            <a:ext cx="667512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Зочид буудлуудын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нэгдсэн мэдээллийн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хөгжүүлэлт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70832" y="3401568"/>
            <a:ext cx="62636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Захиалга, өрөөний төлөв, төлбөр, тайлан болон хэрэглэгчийн эрхийн удирдлагыг нэг платформд төвлөрүүлсэн веб систем.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443484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454456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80560" y="491032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mapping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080760" y="443484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454456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190488" y="491032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model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790688" y="443484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454456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900416" y="491032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9500616" y="443484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056" y="454456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610344" y="491032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/ error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Бакалаврын ажил хамгаалалт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Хамгаалалтын агуулгын дараалал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627632"/>
            <a:ext cx="4754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792224"/>
            <a:ext cx="731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1554480"/>
            <a:ext cx="2468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Судалгааны үндэслэл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Орон нутгийн буудлуудын мэдээлэл, захиалга, төлбөрийн процесс яагаад төвлөрөх шаардлагатай вэ?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706624"/>
            <a:ext cx="4754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2871216"/>
            <a:ext cx="731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 ба шаардлага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633472"/>
            <a:ext cx="5669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Функциональ, функциональ бус шаардлага болон хэрэглэгчийн дүрүүдийг тодорхойлсон.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785616"/>
            <a:ext cx="4754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3950208"/>
            <a:ext cx="731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3712464"/>
            <a:ext cx="2468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шийдэл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712464"/>
            <a:ext cx="5669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Архитектур, өгөгдлийн сан, захиалгын урсгал, эрхийн хяналтын шийдэл.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864608"/>
            <a:ext cx="4754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5029200"/>
            <a:ext cx="731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4791456"/>
            <a:ext cx="2468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Хэрэгжилт ба баталгаажуулалт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4791456"/>
            <a:ext cx="5669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Backend/API, UI route, тестийн үр дүн, давуу тал, цаашдын ажил.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Судалгааны үндэслэл: мэдээлэл тархай байвал үйлчилгээ удааширна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3429000" cy="361188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73152" cy="3611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55064"/>
            <a:ext cx="31181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Одоогийн хүндрэл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020824"/>
            <a:ext cx="3118104" cy="2990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Захиалга, өрөөний төлөв, төлбөрийн мэдээлэл тусдаа бүртгэгддэг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Давхар захиалга болон мэдээллийн зөрүү гарах эрсдэлтэй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Удирдлагын тайлан гаргах ажиллагаа гар ажиллагаанаас хамаардаг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07408" y="1508760"/>
            <a:ext cx="3429000" cy="361188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508760"/>
            <a:ext cx="73152" cy="3611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655064"/>
            <a:ext cx="31181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Хэрэгцээ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8576" y="2020824"/>
            <a:ext cx="3118104" cy="2990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Нэг цэгээс буудал, өрөө, захиалга, төлбөрийг харах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Олон буудал, олон үүрэгтэй хэрэглэгчийг зөв ялгах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Бодит цагийн төлөв, тайлан, мэдэгдэл авах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74736" y="1508760"/>
            <a:ext cx="3429000" cy="361188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508760"/>
            <a:ext cx="73152" cy="3611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1655064"/>
            <a:ext cx="31181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Шийдлийн чиглэл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5904" y="2020824"/>
            <a:ext cx="3118104" cy="2990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Веб суурьтай төвлөрсөн платформ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архитектур, JWT authentication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Hotel-level role болон permission-based access control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5577840"/>
            <a:ext cx="210312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Судалгааны гол санаа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5559552"/>
            <a:ext cx="8686800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Орон нутгийн зочид буудлын өдөр тутмын үйл ажиллагаанд хамгийн их давтагддаг бүртгэл, захиалга, төлбөрийн процессыг системээр нэгтгэх нь үйлчилгээний найдвартай байдал, удирдлагын ил тод байдлыг нэмэгдүүлнэ.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Ажлын зорилго ба хэрэгжүүлэх зорилтууд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8006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Зочид буудлын захиалга, өрөөний төлөв, төлбөр, тайлан болон хэрэглэгчийн эрхийн удирдлагыг нэг платформ дээр төвлөрүүлсэн нэгдсэн мэдээллийн систем боловсруулах.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152704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609344"/>
            <a:ext cx="34747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92240" y="1490472"/>
            <a:ext cx="2148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Орон нутгийн буудлуудын ажиллагааг судлах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805672" y="152704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05672" y="1609344"/>
            <a:ext cx="34747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308592" y="1490472"/>
            <a:ext cx="2148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 ба ажиллагааны бус шаардлага тодорхойлох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989320" y="256032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642616"/>
            <a:ext cx="34747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2523744"/>
            <a:ext cx="2148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Архитектур, өгөгдлийн сангийн зураглал боловсруулах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805672" y="256032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2642616"/>
            <a:ext cx="34747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308592" y="2523744"/>
            <a:ext cx="2148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болон Frontend хэсгийг хэрэгжүүлэх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89320" y="3593592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675888"/>
            <a:ext cx="34747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3557016"/>
            <a:ext cx="2148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Эрхийн түвшин бүхий аюулгүй нэвтрэлт хэрэгжүүлэх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805672" y="3593592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05672" y="3675888"/>
            <a:ext cx="347472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08592" y="3557016"/>
            <a:ext cx="2148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ажиллагааг тестээр баталгаажуулах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40080" y="3246120"/>
            <a:ext cx="480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392424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Хүрээ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758184"/>
            <a:ext cx="4489704" cy="7955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өгөгдлийн сан, REST API, authentication/authorization, буудал-өрөө-захиалга-төлбөр-тайлангийн үндсэн workflow.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489204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89204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038344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Хязгаарлалт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" y="5404104"/>
            <a:ext cx="4489704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 төлбөр, channel manager, mobile app зэрэг өргөтгөлүүдийг цаашдын ажлын хэсэгт төлөвлөсөн.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Судалгааны арга зүй ба боловсруулалтын алхам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94944" y="16916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74520"/>
            <a:ext cx="6583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72184" y="2020824"/>
            <a:ext cx="130759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2064" y="2606040"/>
            <a:ext cx="150876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 тодорхойлох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3090672"/>
            <a:ext cx="17373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Одоогийн бүртгэл, захиалга, төлбөрийн процессын хүндрэл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44368" y="1691640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874520"/>
            <a:ext cx="6583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21608" y="2020824"/>
            <a:ext cx="130759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761488" y="2606040"/>
            <a:ext cx="150876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Шаардлага гаргах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3090672"/>
            <a:ext cx="17373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дүр, функциональ болон ажиллагааны бус шаардлага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193792" y="16916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874520"/>
            <a:ext cx="6583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71032" y="2020824"/>
            <a:ext cx="130759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10912" y="2606040"/>
            <a:ext cx="150876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Зураглал хийх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01184" y="3090672"/>
            <a:ext cx="17373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case, ERD, архитектур, API endpoint-ийн төлөвлөлт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443216" y="1691640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43216" y="1874520"/>
            <a:ext cx="6583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0456" y="2020824"/>
            <a:ext cx="1307592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260336" y="2606040"/>
            <a:ext cx="150876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Хэрэгжүүлэх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50608" y="3090672"/>
            <a:ext cx="17373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REST API, MySQL/Flyway, JWT security, UI route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692640" y="169164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1874520"/>
            <a:ext cx="6583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09760" y="2606040"/>
            <a:ext cx="150876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Тестлэх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00032" y="3090672"/>
            <a:ext cx="17373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Controller, service, repository, security түвшний автомат тест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960120" y="4617720"/>
            <a:ext cx="30632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46177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1288" y="4764024"/>
            <a:ext cx="275234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Судалгааны объект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61288" y="5129784"/>
            <a:ext cx="2752344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Ховд аймгийн зочид буудлуудын захиалга, өрөөний ашиглалт, төлбөр, хэрэглэгчийн эрхийн процесс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53712" y="4617720"/>
            <a:ext cx="30632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3712" y="461772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764024"/>
            <a:ext cx="275234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Хөгжүүлэлтийн арга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5129784"/>
            <a:ext cx="2752344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backend architecture, RESTful endpoint, role-aware access control, automated testing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38160" y="4617720"/>
            <a:ext cx="30632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461772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9328" y="4764024"/>
            <a:ext cx="275234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Баталгаажуулалт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39328" y="5129784"/>
            <a:ext cx="2752344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болон integration test-ээр үндсэн workflow, security guard, repository query-г шалгасан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дүрүүд ба эрхийн түвшин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49834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73152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63624"/>
            <a:ext cx="46725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929384"/>
            <a:ext cx="4672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Платформын түвшин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Хэрэглэгч, системийн үндсэн өгөгдөл, нийт хяналт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715768"/>
            <a:ext cx="49834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71576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862072"/>
            <a:ext cx="46725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3227832"/>
            <a:ext cx="4672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Буудлын түвшин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Буудал, өрөө, ажилтан, тайлан, төлбөрийн удирдлага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4014216"/>
            <a:ext cx="49834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014216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160520"/>
            <a:ext cx="46725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4526280"/>
            <a:ext cx="4672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Буудлын түвшин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 ажиллагааны хяналт, тайлан, үндсэн тохиргоо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49834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417320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1563624"/>
            <a:ext cx="46725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64808" y="1929384"/>
            <a:ext cx="4672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Санхүүгийн түвшин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Төлбөр, орлого, тайлангийн мэдээлэл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715768"/>
            <a:ext cx="49834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715768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862072"/>
            <a:ext cx="46725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64808" y="3227832"/>
            <a:ext cx="4672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Үйлчилгээний түвшин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Захиалга, check-in/check-out, өрөөний төлөв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4014216"/>
            <a:ext cx="49834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014216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4160520"/>
            <a:ext cx="46725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64808" y="4526280"/>
            <a:ext cx="4672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Нийтийн хэрэглэгч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Буудал хайх, өрөө харах, захиалга өгөх, wishlist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" y="5559552"/>
            <a:ext cx="237744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Эрхийн загварын онцлог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5513832"/>
            <a:ext cx="80924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 хэрэглэгч олон буудалд өөр өөр үүрэгтэй байж болохоор hotel-user-role холбоосоор загварчилсан. Ингэснээр платформын role ба тухайн буудлын role тусдаа хянагдана.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шаардлагын нэгтгэл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89888"/>
          <a:ext cx="6812280" cy="4526280"/>
        </p:xfrm>
        <a:graphic>
          <a:graphicData uri="http://schemas.openxmlformats.org/drawingml/2006/table">
            <a:tbl>
              <a:tblPr/>
              <a:tblGrid>
                <a:gridCol w="1417320"/>
                <a:gridCol w="5394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Модуль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 шаардлага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Хэрэглэгч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Бүртгэл, нэвтрэлт, JWT token, Google auth, logout/refresh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Буудал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Буудал үүсгэх, засах, хайх, ажилтан оноох, owner-scoped access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Өрөө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Өрөө, зураг, үнэ, багтаамж, amenity, төлөвийн түүх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Захиалга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Захиалга үүсгэх, баталгаажуулах, цуцлах, давхар захиалга илрүүлэх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Төлбөр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Төлбөр бүртгэх, QPay invoice/check/callback, booking payment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Тайлан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Буудлын захиалга, орлого, occupancy summary гаргах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Мэдэгдэл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Хэрэглэгчийн мэдэгдэл, уншаагүй тоо, read/read-all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Wishlist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Хэрэглэгчийн хүслийн жагсаалт, room exists шалгалт</a:t>
                      </a:r>
                      <a:endParaRPr lang="en-US" sz="8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01000" y="1389888"/>
            <a:ext cx="33375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389888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02168" y="1536192"/>
            <a:ext cx="30266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 бус шаардлага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02168" y="1901952"/>
            <a:ext cx="302666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Найдвартай ажиллагаа, аюулгүй байдал, хариуны хугацаа, өргөтгөх чадвар, хэрэглэгчийн тав тух.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01000" y="2743200"/>
            <a:ext cx="155448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2852928"/>
            <a:ext cx="1371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110728" y="3218688"/>
            <a:ext cx="133502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хандалтын түвшин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· hotel · resource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9784080" y="2743200"/>
            <a:ext cx="155448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0" y="2852928"/>
            <a:ext cx="1371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893808" y="3218688"/>
            <a:ext cx="133502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үндсэн функциональ модуль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8001000" y="3913632"/>
            <a:ext cx="155448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023360"/>
            <a:ext cx="1371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110728" y="4389120"/>
            <a:ext cx="133502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ажиллагааны бус шаардлага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9784080" y="3913632"/>
            <a:ext cx="155448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0" y="4023360"/>
            <a:ext cx="1371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893808" y="4389120"/>
            <a:ext cx="133502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дүр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архитектур: web client REST API-гаар backend-тэй холбогдоно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20824"/>
            <a:ext cx="1234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676656" y="2770632"/>
            <a:ext cx="1554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React/Vite client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· owner · reception · admin route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822960" y="1618488"/>
            <a:ext cx="126187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2212848"/>
            <a:ext cx="722376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63240" y="187452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020824"/>
            <a:ext cx="1234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990088" y="2770632"/>
            <a:ext cx="1554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REST controller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validation · error handling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136392" y="1618488"/>
            <a:ext cx="126187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2212848"/>
            <a:ext cx="722376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76672" y="187452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20824"/>
            <a:ext cx="1234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layer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303520" y="2770632"/>
            <a:ext cx="1554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logic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conflict · payment · reports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49824" y="1618488"/>
            <a:ext cx="126187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1424" y="2212848"/>
            <a:ext cx="722376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90104" y="187452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81544" y="2020824"/>
            <a:ext cx="1234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616952" y="2770632"/>
            <a:ext cx="1554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repository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Flyway migration · lock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763256" y="1618488"/>
            <a:ext cx="126187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856" y="2212848"/>
            <a:ext cx="722376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03536" y="187452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4976" y="2020824"/>
            <a:ext cx="1234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930384" y="2770632"/>
            <a:ext cx="15544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/ Google OAuth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цаашид channel manager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1618488"/>
            <a:ext cx="1261872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370832"/>
            <a:ext cx="30632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4370832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5568" y="4517136"/>
            <a:ext cx="275234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Архитектурын давуу тал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" y="4882896"/>
            <a:ext cx="2752344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тус бүрийн үүрэг тодорхой тул API, бизнес логик, өгөгдлийн хадгалалт тусдаа хөгжиж, тестлэхэд хялбар.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26280" y="4370832"/>
            <a:ext cx="30632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4370832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4517136"/>
            <a:ext cx="275234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Өргөтгөх боломж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27448" y="4882896"/>
            <a:ext cx="2752344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app, online payment, BI dashboard зэрэг шинэ client/service-ийг REST API дээр нэмэх боломжтой.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138160" y="4370832"/>
            <a:ext cx="30632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4370832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9328" y="4517136"/>
            <a:ext cx="275234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Аюулгүй байдал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39328" y="4882896"/>
            <a:ext cx="2752344" cy="521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JWT, Spring Security, hotel-level role, resource ownership шалгалтыг давхар хэрэглэсэн.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Өгөгдлийн сангийн үндсэн загвар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69164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788920" y="150876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169164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HotelUserRole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074920" y="150876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9784" y="169164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360920" y="150876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5784" y="169164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9528048" y="150876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2912" y="169164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9528048" y="324612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342900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42900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2788920" y="324612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43784" y="342900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5074920" y="324612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9784" y="342900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RoomImage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360920" y="3246120"/>
            <a:ext cx="162763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5784" y="3429000"/>
            <a:ext cx="15179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RoomStatusHistory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404872" y="1837944"/>
            <a:ext cx="38404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16552" y="1837944"/>
            <a:ext cx="65836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02552" y="1837944"/>
            <a:ext cx="65836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88552" y="1837944"/>
            <a:ext cx="539496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341864" y="2167128"/>
            <a:ext cx="0" cy="1078992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74736" y="2167128"/>
            <a:ext cx="0" cy="1078992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60920" y="3575304"/>
            <a:ext cx="-65836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602736" y="3246120"/>
            <a:ext cx="0" cy="-1078992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822960" y="5029200"/>
            <a:ext cx="18288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холбоосууд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31720" y="4956048"/>
            <a:ext cx="8915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↔ HotelUserRole ↔ Hotel холбоос нь нэг хэрэглэгч олон буудалд өөр өөр role-той ажиллах боломжийг өгнө. Room, Booking, Payment, RoomStatusHistory холбоосоор өрөөний боломжит төлөв ба захиалгын давхардлыг шалгана.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" y="5715000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824728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32688" y="6190488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model/entity class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2487168" y="5715000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8608" y="5824728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2596896" y="6190488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Өрөө захиалах үеийн дарааллын урсгал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73936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Хэрэглэгч өрөө сонгоно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743200" y="1627632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773936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Огноо, хүн, мэдээлэл илгээнэ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800600" y="1627632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73936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API JWT ба request шалгана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0" y="1627632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773936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Давхардал хайна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915400" y="1627632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773936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Захиалга үүсгэнэ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915400" y="3246120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3392424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Төлбөр/мэдэгдэл холбогдоно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800600" y="3246120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392424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Өрөөний availability шинэчлэгдэнэ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85800" y="3246120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392424"/>
            <a:ext cx="13898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Хэрэглэгч status харна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258568" y="1956816"/>
            <a:ext cx="41148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15968" y="1956816"/>
            <a:ext cx="41148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73368" y="1956816"/>
            <a:ext cx="41148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30768" y="1956816"/>
            <a:ext cx="41148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01784" y="2286000"/>
            <a:ext cx="0" cy="96012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15400" y="3575304"/>
            <a:ext cx="-246888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00600" y="3575304"/>
            <a:ext cx="-2542032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8680" y="4892040"/>
            <a:ext cx="32461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89204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5038344"/>
            <a:ext cx="293522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prevention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9848" y="5404104"/>
            <a:ext cx="293522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BookingRepository.findOverlappingBookings болон pessimistic lock ашиглан давхар захиалгын эрсдэлийг бууруулсан.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4892040"/>
            <a:ext cx="32461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489204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5038344"/>
            <a:ext cx="293522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calculation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81728" y="5404104"/>
            <a:ext cx="293522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AvailabilityService нь booking болон room status history-г нэгтгэн өдөр бүрийн боломжит төлөвийг тооцно.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92440" y="4892040"/>
            <a:ext cx="32461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92440" y="4892040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93608" y="5038344"/>
            <a:ext cx="293522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feedback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93608" y="5404104"/>
            <a:ext cx="2935224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workflow, төлбөр, мэдэгдлийн мэдээлэл booking status-тэй холбогдоно.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Аюулгүй байдал ба хандалтын хяналтын шийдэл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92224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Google Auth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971800" y="164592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792224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access token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166360" y="164592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792224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filter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360920" y="164592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792224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role check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555480" y="164592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1792224"/>
            <a:ext cx="16459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Hotel/resource ownership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606040" y="1975104"/>
            <a:ext cx="32004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00600" y="1975104"/>
            <a:ext cx="32004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95160" y="1975104"/>
            <a:ext cx="32004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9720" y="1975104"/>
            <a:ext cx="32004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3337560"/>
            <a:ext cx="4754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33756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483864"/>
            <a:ext cx="44439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849624"/>
            <a:ext cx="44439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access/refresh token, logout үед token blacklist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337560"/>
            <a:ext cx="4754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337560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483864"/>
            <a:ext cx="44439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73368" y="3849624"/>
            <a:ext cx="44439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болон USER түвшний ерөнхий эрх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2960" y="4507992"/>
            <a:ext cx="4754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4507992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654296"/>
            <a:ext cx="44439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role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" y="5020056"/>
            <a:ext cx="44439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MANAGER, ACCOUNTANT, RECEPTION зэрэг буудлын role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4507992"/>
            <a:ext cx="4754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4507992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654296"/>
            <a:ext cx="44439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guard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73368" y="5020056"/>
            <a:ext cx="44439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room, payment дээр тухайн буудлын ownership шалгалт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Хэрэгжилтийн бүтэц: backend module-ууд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444752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1920240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487168" y="1444752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54480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96896" y="1920240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service/interface + impl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151376" y="1444752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1554480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261104" y="1920240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815584" y="1444752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07024" y="1554480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925312" y="1920240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model/entity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479792" y="1444752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1554480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89520" y="1920240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mapping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9144000" y="1444752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1554480"/>
            <a:ext cx="12344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253728" y="1920240"/>
            <a:ext cx="11978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22960" y="2907792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907792"/>
            <a:ext cx="73152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054096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419856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· login · Google · refresh · logout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2907792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907792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054096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419856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CRUD · staff role · report summary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21040" y="2907792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2907792"/>
            <a:ext cx="7315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2208" y="3054096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22208" y="3419856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CRUD · availability · image · status history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" y="3986784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3986784"/>
            <a:ext cx="73152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4133088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4128" y="4498848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· update · confirm · cancel · conflict check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986784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986784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133088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4498848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CRUD · QPay invoice/check/callback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21040" y="3986784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3986784"/>
            <a:ext cx="7315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22208" y="4133088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22208" y="4498848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notifications · unread count · read-all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14400" y="5623560"/>
            <a:ext cx="102412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3.3.5, Java 17, Spring Data JPA, Spring Security, JWT, Flyway, MySQL runtime, H2 test database, springdoc-openapi ашигласан.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Эх сурвалж: pom.xml, src/main/java, target/surefire-reports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ба route зохион байгуулалт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80060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63624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/api/auth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929384"/>
            <a:ext cx="448970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Бүртгэл, нэвтрэлт, Google, refresh, logout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480060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17320"/>
            <a:ext cx="73152" cy="7863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63624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/api/hotels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73368" y="1929384"/>
            <a:ext cx="448970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Буудал, ажилтан, availability, reports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480060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441448"/>
            <a:ext cx="73152" cy="7863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2587752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/api/rooms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2953512"/>
            <a:ext cx="448970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Өрөө, availability query, room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2441448"/>
            <a:ext cx="480060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441448"/>
            <a:ext cx="73152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587752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/api/bookings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3368" y="2953512"/>
            <a:ext cx="448970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Захиалга үүсгэх, баталгаажуулах, цуцлах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" y="3465576"/>
            <a:ext cx="480060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465576"/>
            <a:ext cx="73152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611880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/api/payments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" y="3977640"/>
            <a:ext cx="448970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Төлбөр, QPay invoice/check/callback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3465576"/>
            <a:ext cx="480060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465576"/>
            <a:ext cx="73152" cy="7863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611880"/>
            <a:ext cx="44897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/api/notifications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73368" y="3977640"/>
            <a:ext cx="4489704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Мэдэгдэл, unread count, read/read-all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4400" y="4892040"/>
            <a:ext cx="10287000" cy="868680"/>
          </a:xfrm>
          <a:prstGeom prst="roundRect">
            <a:avLst>
              <a:gd name="adj" fmla="val 4211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056632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 takeaway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71800" y="4983480"/>
            <a:ext cx="78181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Endpoint-ууд domain module-оор салсан тул frontend route, permission guard, backend service logic хоорондын хамаарал ойлгомжтой болсон.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интерфейс ба үндсэн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44752"/>
            <a:ext cx="141732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664208"/>
            <a:ext cx="125272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95728" y="1444752"/>
            <a:ext cx="88696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645920"/>
            <a:ext cx="8321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Буудал хайх · өрөө харах · wishlist · booking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77240" y="2505456"/>
            <a:ext cx="1417320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724912"/>
            <a:ext cx="125272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95728" y="2505456"/>
            <a:ext cx="88696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706624"/>
            <a:ext cx="8321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Буудал/өрөө удирдах · staff role · тайлан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77240" y="3566160"/>
            <a:ext cx="141732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785616"/>
            <a:ext cx="125272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95728" y="3566160"/>
            <a:ext cx="88696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3767328"/>
            <a:ext cx="8321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check-in/out · room status · payment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77240" y="4626864"/>
            <a:ext cx="14173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846320"/>
            <a:ext cx="1252728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95728" y="4626864"/>
            <a:ext cx="886968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user/resource удирдлага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1005840" y="5504688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5504688"/>
            <a:ext cx="73152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5650992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Route-aware 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07008" y="6016752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role-оос хамааран харагдах menu, action, page access хязгаарлагдана.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5504688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5504688"/>
            <a:ext cx="7315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5650992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wrapper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7448" y="6016752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token-той request илгээж, authentication алдааг нэг газраас зохицуулна.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46720" y="5504688"/>
            <a:ext cx="315468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5504688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5650992"/>
            <a:ext cx="28437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screens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47888" y="6016752"/>
            <a:ext cx="2843784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Буудал, өрөө, захиалга, төлбөр, тайлангийн өдөр тутмын дэлгэцүүд.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Тестийн үр дүн: үндсэн logic failure/error-гүй баталгаажсан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2704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189280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 автомат тест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587752" y="141732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152704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97480" y="189280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амжилттай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352544" y="141732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52704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62272" y="189280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117336" y="1417320"/>
            <a:ext cx="150876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527048"/>
            <a:ext cx="13258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27064" y="1892808"/>
            <a:ext cx="12893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/ error</a:t>
            </a:r>
            <a:endParaRPr lang="en-US" sz="83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88920"/>
          <a:ext cx="6903720" cy="2331720"/>
        </p:xfrm>
        <a:graphic>
          <a:graphicData uri="http://schemas.openxmlformats.org/drawingml/2006/table">
            <a:tbl>
              <a:tblPr/>
              <a:tblGrid>
                <a:gridCol w="1600200"/>
                <a:gridCol w="5303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Шалгасан түвшин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Жишээ хамрах хүрээ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Auth, booking/payment/notification authorization, hotel-room endpoint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 conflict, availability calculation, payment logic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Repository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booking query, hotel/resource ownership query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filter, login attempt, token blacklist, security config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Model/Exception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BookingStatus, RoomStatus converter, global exception handler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229600" y="2788920"/>
            <a:ext cx="297180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0" y="2788920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30768" y="2935224"/>
            <a:ext cx="26609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баталгаажуулалт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430768" y="3300984"/>
            <a:ext cx="2660904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Давхар захиалгын query, room availability, hotel-level ownership guard, JWT authentication flow.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229600" y="4160520"/>
            <a:ext cx="297180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4160520"/>
            <a:ext cx="73152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30768" y="4306824"/>
            <a:ext cx="266090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Үр дүн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430768" y="4672584"/>
            <a:ext cx="2660904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Surefire report: 20 suite, 86 test, 0 failures, 0 errors, 6 skipped.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Эх сурвалж: target/surefire-reports · 2026-05-25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Хэрэгжилтийн үр дүн ба ажлын шинэлэг тал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4709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6304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609344"/>
            <a:ext cx="43982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Нэгдсэн платформ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975104"/>
            <a:ext cx="4398264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буудлыг нэг системд бүртгэж, хэрэглэгч бүр тухайн буудалд өөр role-той ажиллах боломжтой.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4709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46304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609344"/>
            <a:ext cx="43982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Давхар захиалга бууруулах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6208" y="1975104"/>
            <a:ext cx="4398264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Өрөө, огноо, booking status-д тулгуурласан overlap query болон lock ашигласан.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2880360"/>
            <a:ext cx="4709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88036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026664"/>
            <a:ext cx="43982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3392424"/>
            <a:ext cx="4398264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role, hotel role, resource ownership гэсэн олон давхар хяналттай.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4709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88036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3026664"/>
            <a:ext cx="439826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Тайлан ба operational visibility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3392424"/>
            <a:ext cx="4398264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Буудлын орлого, захиалга, occupancy-тэй холбоотой summary авах суурь бүрдсэн.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2926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Дипломын ажлын үндсэн хувь нэмэр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4901184"/>
            <a:ext cx="72237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 нь зөвхөн CRUD бүртгэл бус, буудлын өдөр тутмын үйл ажиллагааны дарааллыг backend logic, өгөгдлийн загвар, эрхийн хяналт, тестийн баталгаажуулалттайгаар нэгтгэсэн.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хамгаалалт ·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 ба цаашдын хөгжүүлэлт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475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98348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73152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63624"/>
            <a:ext cx="4672584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929384"/>
            <a:ext cx="4672584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Энэхүү ажил нь орон нутгийн зочид буудлуудад зориулсан нэгдсэн, өргөтгөх боломжтой мэдээллийн системийн шийдлийг боловсруулж, backend/API, эрхийн хяналт, өгөгдлийн загвар, тестийн түвшинд хэрэгжүүлсэн.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Захиалга, өрөө, төлбөр, хэрэглэгчийн эрхийг нэг платформд төвлөрүүлснээр үйл ажиллагааг илүү ил тод, хяналттай болгох боломж бүрдсэн.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393192" cy="3931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63624"/>
            <a:ext cx="39319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95160" y="1417320"/>
            <a:ext cx="1965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 төлбөр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95160" y="1728216"/>
            <a:ext cx="33375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QPay, банкны бүрэн интеграци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400800" y="2450592"/>
            <a:ext cx="393192" cy="3931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551176"/>
            <a:ext cx="39319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95160" y="2404872"/>
            <a:ext cx="1965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95160" y="2715768"/>
            <a:ext cx="33375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 клиент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400800" y="3438144"/>
            <a:ext cx="393192" cy="3931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538728"/>
            <a:ext cx="39319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95160" y="3392424"/>
            <a:ext cx="1965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analytics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95160" y="3703320"/>
            <a:ext cx="33375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dashboard, forecast, occupancy trend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400800" y="4425696"/>
            <a:ext cx="393192" cy="3931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526280"/>
            <a:ext cx="393192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95160" y="4379976"/>
            <a:ext cx="1965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manager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4690872"/>
            <a:ext cx="33375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Booking.com, Airbnb integration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Зочид буудлуудын нэгдсэн мэдээллийн систем · Ховд аймгийн жишээн дээр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920240"/>
            <a:ext cx="56692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АНХААРАЛ ХАНДУУЛСАНД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БАЯРЛАЛАА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7552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Асуулт, санал хүсэлт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481328"/>
            <a:ext cx="3108960" cy="2926080"/>
          </a:xfrm>
          <a:prstGeom prst="roundRect">
            <a:avLst>
              <a:gd name="adj" fmla="val 187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5552" y="2176272"/>
            <a:ext cx="2395728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Зочид буудлуудын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нэгдсэн мэдээллийн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00416" y="3419856"/>
            <a:ext cx="233172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Бакалаврын ажил ·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6217920"/>
            <a:ext cx="35661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МУИС-ийн Баруун бүсийн сургууль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МУИС-ийн Баруун бүсийн сургууль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Зочид буудлуудын нэгдсэн мэдээллийн системийн хөгжүүлэлт</dc:title>
  <dc:subject>Бакалаврын ажил хамгаалалт</dc:subject>
  <dc:creator>Codex</dc:creator>
  <cp:lastModifiedBy>Codex</cp:lastModifiedBy>
  <cp:revision>1</cp:revision>
  <dcterms:created xsi:type="dcterms:W3CDTF">2026-05-25T18:19:36Z</dcterms:created>
  <dcterms:modified xsi:type="dcterms:W3CDTF">2026-05-25T18:19:36Z</dcterms:modified>
</cp:coreProperties>
</file>